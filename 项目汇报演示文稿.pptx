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微软雅黑"/>
              </a:rPr>
              <a:t>动态车间工具智能清点系统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>
                <a:solidFill>
                  <a:srgbClr val="404040"/>
                </a:solidFill>
                <a:latin typeface="微软雅黑"/>
              </a:rPr>
              <a:t>项目汇报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微软雅黑"/>
              </a:rPr>
              <a:t>动态车间工具智能清点系统项目汇报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一、项目背景与痛点分析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1.1 传统作业流程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动态车间班组在上线作业前，需要执行以下传统清点流程：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作业前清点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清点需要用到的工具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拍摄工具照片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一、项目背景与痛点分析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手动添加当天日期水印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携带工具上线作业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作业后清点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作业完毕后下线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再次拍摄清点图片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同样手动添加日期水印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一、项目背景与痛点分析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将图片发送到车间管理群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管理人员审核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车间管理人员点开图片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来回左右滑动翻看图片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人工查看对比是否有丢失工具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1.2 痛点问题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一、项目背景与痛点分析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传统流程存在以下严重问题：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1.3 项目初衷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为了防止工具遗落在铁路线路上，确保作业安全，AI小组致力于研发AI图像识别技术，开发了动态车间工具智能清点系统，通过自动化工具识别和对比，彻底解决传统人工清点的痛点问题。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二、解决方案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2.1 核心创新点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基于AI图像识别的智能工具清点系统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自动识别：AI自动识别工具类型和数量，无需人工记忆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智能对比：作业前后照片自动对比，快速发现缺失工具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一键操作：简化操作流程，拍照即可完成清点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二、解决方案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电子记录：自动保存历史记录，支持追溯查询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离线运行：完全离线运行，保护数据安全，无需网络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2.2 技术架构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二、解决方案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┌─────────────────────────────────────────┐</a:t>
            </a:r>
            <a:br/>
            <a:br/>
            <a:r>
              <a:rPr sz="1800">
                <a:latin typeface="微软雅黑"/>
              </a:rPr>
              <a:t>│          Android移动应用层                │</a:t>
            </a:r>
            <a:br/>
            <a:br/>
            <a:r>
              <a:rPr sz="1800">
                <a:latin typeface="微软雅黑"/>
              </a:rPr>
              <a:t>│  ┌──────────┐  ┌──────────┐  ┌────────┐│</a:t>
            </a:r>
            <a:br/>
            <a:br/>
            <a:r>
              <a:rPr sz="1800">
                <a:latin typeface="微软雅黑"/>
              </a:rPr>
              <a:t>│  │ 相机模块  │  │ AI识别模块│  │ 数据管理││</a:t>
            </a:r>
            <a:br/>
            <a:br/>
            <a:r>
              <a:rPr sz="1800">
                <a:latin typeface="微软雅黑"/>
              </a:rPr>
              <a:t>│  │ CameraX  │  │ YOLOv8   │  │ Room   ││</a:t>
            </a:r>
            <a:br/>
            <a:br/>
            <a:r>
              <a:rPr sz="1800">
                <a:latin typeface="微软雅黑"/>
              </a:rPr>
              <a:t>│  └──────────┘  └──────────┘  └────────┘│</a:t>
            </a:r>
            <a:br/>
            <a:br/>
            <a:r>
              <a:rPr sz="1800">
                <a:latin typeface="微软雅黑"/>
              </a:rPr>
              <a:t>└─────────────────────────────────────────┘</a:t>
            </a:r>
            <a:br/>
            <a:br/>
            <a:r>
              <a:rPr sz="1800">
                <a:latin typeface="微软雅黑"/>
              </a:rPr>
              <a:t>              │</a:t>
            </a:r>
            <a:br/>
            <a:br/>
            <a:r>
              <a:rPr sz="1800">
                <a:latin typeface="微软雅黑"/>
              </a:rPr>
              <a:t>              ▼</a:t>
            </a:r>
            <a:br/>
            <a:br/>
            <a:r>
              <a:rPr sz="1800">
                <a:latin typeface="微软雅黑"/>
              </a:rPr>
              <a:t>┌─────────────────────────────────────────┐</a:t>
            </a:r>
            <a:br/>
            <a:br/>
            <a:r>
              <a:rPr sz="1800">
                <a:latin typeface="微软雅黑"/>
              </a:rPr>
              <a:t>│          AI模型层（离线推理）              │</a:t>
            </a:r>
            <a:br/>
            <a:br/>
            <a:r>
              <a:rPr sz="1800">
                <a:latin typeface="微软雅黑"/>
              </a:rPr>
              <a:t>│  YOLOv8目标检测模型（TensorFlow Lite）    │</a:t>
            </a:r>
            <a:br/>
            <a:br/>
            <a:r>
              <a:rPr sz="1800">
                <a:latin typeface="微软雅黑"/>
              </a:rPr>
              <a:t>│  模型大小：~40MB                          │</a:t>
            </a:r>
            <a:br/>
            <a:br/>
            <a:r>
              <a:rPr sz="1800">
                <a:latin typeface="微软雅黑"/>
              </a:rPr>
              <a:t>│  识别类别：47种工具                       │</a:t>
            </a:r>
            <a:br/>
            <a:br/>
            <a:r>
              <a:rPr sz="1800">
                <a:latin typeface="微软雅黑"/>
              </a:rPr>
              <a:t>└─────────────────────────────────────────┘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2.3 关键技术选型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三、项目成果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3.1 功能实现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3.1.1 工具识别能力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系统支持识别47种铁路常用工具，包括：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扳手类：扳手、活口扳手、套筒扳手、T形扳手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钳子类：钳子、管钳子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三、项目成果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螺丝刀：各类螺丝刀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测量工具：卷尺、小卷尺、磁钢尺、万用表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电动工具：电钻、电烙铁、风机、吹风机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通信设备：对讲机、各个探头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安全工具：防护旗、手灯、口哨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其他工具：内六角套装、内六角、带手柄内六角、钥匙、刻刀、毛刷、套筒、胶带、角膜、移动电源、线缆、黑体、定标仪、计时器、喷壶、瓶子、收纳箱、工具箱、锯、手锤、标签、自喷漆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三、项目成果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3.1.2 核心功能模块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作业前清点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拍照识别工具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自动生成工具清单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保存清点记录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作业后清点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三、项目成果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拍照识别工具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自动对比作业前后差异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生成缺失工具报告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历史记录管理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按时间轴展示清点记录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支持记录查询、删除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三、项目成果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完整的数据追溯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报告生成与分享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自动生成可视化对比报告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一键分享至微信等社交平台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报告包含时间、工具清单、缺失项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3.2 性能指标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四、项目价值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4.1 安全价值 ⭐⭐⭐⭐⭐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消除安全隐患：自动对比识别，避免工具遗落在铁路线路上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实时预警：作业后立即发现缺失工具，及时处理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责任追溯：完整的电子化记录，便于事故追溯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4.2 效率提升 ⭐⭐⭐⭐⭐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四、项目价值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4.3 管理优化 ⭐⭐⭐⭐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电子化记录：所有清点记录自动保存，便于管理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数据统计：支持历史数据查询和统计分析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标准化流程：统一清点标准，减少人为差异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4.4 成本节约 ⭐⭐⭐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四、项目价值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减少工具丢失：及时发现缺失，避免工具丢失造成的经济损失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降低人工成本：减少管理人员审核时间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提高作业效率：缩短清点时间，提高作业效率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4.5 技术价值 ⭐⭐⭐⭐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验证了离线AI在工业场景的可行性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四、项目价值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建立了铁路工具识别标准数据集（13,211张图片）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形成了移动端AI应用开发规范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✓ 为类似场景提供了可复用的技术方案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五、技术创新点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5.1 AI模型优化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模型轻量化：YOLOv8模型转换为TensorFlow Lite格式，模型大小仅~40MB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量化优化：采用INT8量化，在保证精度的同时提升推理速度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离线推理：完全离线运行，无需网络，保护数据安全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5.2 用户体验优化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五、技术创新点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一键操作：简化操作流程，拍照即可完成清点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智能提示：自动提示缺失工具，清晰直观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历史追溯：完整的历史记录，支持快速查询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5.3 系统架构设计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模块化设计：相机、AI识别、数据管理模块解耦，便于维护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五、技术创新点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离线优先：完全离线运行，适应铁路现场网络环境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数据安全：所有数据本地存储，不涉及敏感信息外传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六、项目总结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6.1 项目亮点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解决实际痛点：针对动态车间作业安全痛点，提供切实可行的解决方案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技术先进：采用最新的YOLOv8模型和TensorFlow Lite框架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性能优异：识别准确率高，响应速度快，体验好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完全离线：适应铁路现场环境，保护数据安全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六、项目总结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易于推广：操作简单，易于培训和推广使用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6.2 应用前景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横向扩展：可应用于其他需要工具清点的场景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功能扩展：可增加更多工具类别识别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6.3 后续规划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六、项目总结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模型优化：持续优化模型精度，提升识别准确率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功能增强：增加统计分析等功能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推广应用：在更多车间推广应用，扩大应用范围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7.1 领导支持与指导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本项目能够顺利开展并取得预期成果，离不开各级领导的关心、支持和悉心指导。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在项目立项阶段，领导高瞻远瞩，充分认识到AI技术在提升铁路作业安全方面的重要价值，给予了项目立项的坚定支持，为项目的启动奠定了坚实基础。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在项目实施过程中，领导多次深入项目现场，了解项目进展，协调解决项目推进中遇到的各种困难和问题，为项目团队提供了强有力的组织保障。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在技术攻关阶段，领导从战略高度为项目指明了方向，提出了许多建设性的意见和建议，特别是在AI模型优化、用户体验提升等方面给予了宝贵的指导，使项目能够更好地服务于实际业务需求。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在资源保障方面，领导积极协调各方资源，为项目提供了必要的硬件设备、数据支持和人员配置，确保了项目的顺利推进。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7.2恳请领导指导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本项目虽然取得了一定的成果，但在技术实现、功能完善、推广应用等方面仍有进一步提升的空间。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我们深知，领导具有丰富的管理经验和敏锐的行业洞察力，能够从更高的视角审视项目，发现我们可能忽视的问题，提出更具前瞻性的建议。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因此，我们诚恳地希望领导能够：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tIns="91440" bIns="91440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1. 提出宝贵意见：对项目的技术方案、功能设计、用户体验等方面提出指导性意见，帮助我们进一步完善系统。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2. 指出改进方向：从业务需求、管理规范、安全标准等角度，指出项目需要改进和优化的方向。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3. 分享行业经验：分享在类似项目中的成功经验和最佳实践，为项目的后续发展提供参考。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4. 指导推广应用：对项目的推广应用策略、培训方案、运维保障等方面给予指导，确保项目能够真正落地见效。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我们团队将认真听取领导的意见和建议，积极改进和完善项目，努力将本项目打造成一个真正实用、好用、管用的智能工具清点系统，为铁路作业安全贡献更大的力量。</a:t>
            </a:r>
          </a:p>
          <a:p>
            <a:pPr>
              <a:spcAft>
                <a:spcPts val="400"/>
              </a:spcAft>
            </a:pPr>
            <a:r>
              <a:rPr sz="1800">
                <a:latin typeface="微软雅黑"/>
              </a:rPr>
              <a:t>再次感谢领导对本项目的关心、支持和指导！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问题类型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具体表现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影响程度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**效率低下**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人工对比查看图片费时费力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⭐⭐⭐⭐⭐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**安全隐患**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工具遗落在铁路线路上存在重大安全风险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⭐⭐⭐⭐⭐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**操作繁琐**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需要手动添加水印，操作步骤多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⭐⭐⭐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**易出错**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人工记忆和对比容易遗漏，准确性低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⭐⭐⭐⭐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**无追溯性**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缺乏电子化记录，难以追溯管理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⭐⭐⭐</a:t>
                      </a:r>
                    </a:p>
                  </a:txBody>
                  <a:tcPr marL="27432" marR="2743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技术组件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选型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优势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**AI框架**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TensorFlow Lite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移动端优化，离线推理，性能优异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**检测模型**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YOLOv8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精度高，速度快，轻量化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**开发框架**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Android + Kotlin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原生性能，开发效率高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**相机框架**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CameraX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兼容性好，API简单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**本地存储**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Room数据库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ORM支持，数据管理便捷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**UI框架**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Jetpack Compose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现代化UI，开发效率高</a:t>
                      </a:r>
                    </a:p>
                  </a:txBody>
                  <a:tcPr marL="27432" marR="2743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指标项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目标值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实际值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**识别准确率**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&gt; 95%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达到目标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✅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**单次识别时间**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&lt; 3秒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达到目标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✅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**支持工具种类**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10+种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47种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✅ 超额完成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**应用安装包大小**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&lt; 50MB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达到目标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✅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**内存占用**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&lt; 200MB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达到目标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✅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**离线运行**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完全离线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完全离线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✅</a:t>
                      </a:r>
                    </a:p>
                  </a:txBody>
                  <a:tcPr marL="27432" marR="2743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  <a:latin typeface="微软雅黑"/>
              </a:rPr>
              <a:t>七、致谢与领导指导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对比项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传统方式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AI智能清点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提升幅度</a:t>
                      </a:r>
                    </a:p>
                  </a:txBody>
                  <a:tcPr marL="27432" marR="27432" marT="18288" marB="18288"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**清点时间**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5-10分钟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&lt; 1分钟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**提升80-90%**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**审核时间**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3-5分钟/次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即时自动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**提升100%**</a:t>
                      </a:r>
                    </a:p>
                  </a:txBody>
                  <a:tcPr marL="27432" marR="27432" marT="18288" marB="18288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**操作步骤**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6-8步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2-3步</a:t>
                      </a:r>
                    </a:p>
                  </a:txBody>
                  <a:tcPr marL="27432" marR="27432" marT="18288" marB="18288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微软雅黑"/>
                        </a:rPr>
                        <a:t>**简化60%**</a:t>
                      </a:r>
                    </a:p>
                  </a:txBody>
                  <a:tcPr marL="27432" marR="2743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